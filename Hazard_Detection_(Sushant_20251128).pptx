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48B17-5435-3489-73F9-20249D24CF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9CFE39-E02F-4A5D-D12E-8A9900360A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12732C-E28E-26D9-FD3B-058057120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484BD-25A1-4F37-BCB8-FCFAA4B33D27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92C0D0-4782-6D02-6043-6CC837DA6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72E872-0CA6-7595-73B8-BD980997E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4B916-EAF6-4349-AF7D-3C63760D3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01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F5014-F3D3-85AF-791F-66FE22DAF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A64A5-20B4-CE5B-5ADC-07067A3A53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57F960-1C72-58A7-5E2C-F9D361AAC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484BD-25A1-4F37-BCB8-FCFAA4B33D27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2B0B6D-6C71-222A-F298-E4E87C7FA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951668-9690-ED13-EE78-5088AA937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4B916-EAF6-4349-AF7D-3C63760D3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503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528BF-CC96-51E6-82A4-3D565628A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19E505-662D-0F35-05F3-5F9E64B82B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F85E99-BEBA-A038-7DC3-58E725C30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484BD-25A1-4F37-BCB8-FCFAA4B33D27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EA5EBE-7B2E-A981-6FEB-A7BE262B7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D7CFF8-2320-7144-3153-00A41F908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4B916-EAF6-4349-AF7D-3C63760D3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2787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3734A-95F5-6FEE-EBAD-39E38B429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31B571-FAC5-0300-0AFC-1A92EF5CA6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E808AA-9902-7C90-9C64-497F3F29EA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434F10-476C-9A22-FAB6-BA50AC08E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484BD-25A1-4F37-BCB8-FCFAA4B33D27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FE73A-7E4E-9932-0AEA-B1BC1D447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5B6FE5-57CA-6914-E896-5255DD5DE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4B916-EAF6-4349-AF7D-3C63760D3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3174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8019C-CB45-B376-9488-0A102A0C2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FD0CB6-551E-4A46-8532-283D6596A3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1A24C7-F7B6-6F6F-AEA7-9E88C0F52B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D07643-C933-5930-0100-EC20D6242C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797D88-11FE-751D-F010-9695FA404E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83E83E-CF5D-DFFD-ADC0-B70E15306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484BD-25A1-4F37-BCB8-FCFAA4B33D27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F5FCF4-8539-526B-3BC7-768E6EC9B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E72678-8660-B3A9-00C2-850CF1E68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4B916-EAF6-4349-AF7D-3C63760D3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7481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A1661-A931-0602-D66C-D10FE5090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087BA1-3B6D-08AB-DACD-658DF3749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484BD-25A1-4F37-BCB8-FCFAA4B33D27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565C78-579A-75AC-91AC-7CE1515B6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204D64-932F-DA89-5FA0-2F5DEFAEE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4B916-EAF6-4349-AF7D-3C63760D3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7207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28A017-0989-5119-0D95-547B42F75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484BD-25A1-4F37-BCB8-FCFAA4B33D27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AC7F02-CBB4-DF44-ADB1-98A7C2DCD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D3F30E-916A-3BB4-5C16-404B850D0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4B916-EAF6-4349-AF7D-3C63760D3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003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F6C7E-2489-F194-0113-396C4C462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76696F-5CC0-A17A-ECD4-557F273F66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37D0BC-B069-A2E6-1ED1-2EBB79E09F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683E44-6C51-E659-F7AB-9B818A6CB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484BD-25A1-4F37-BCB8-FCFAA4B33D27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D9DB2B-6412-875C-82B4-3244D5087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1D5C98-086A-8474-1F22-A332E96E6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4B916-EAF6-4349-AF7D-3C63760D3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6958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F83AC-1261-2619-F995-D8AAE414A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BFAE05-603B-8D85-525D-0E37D50AC9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B310D5-C56B-EAE8-B4F6-9D7C32C41B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7EA3F4-1D92-E25F-69D3-6A42543A3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484BD-25A1-4F37-BCB8-FCFAA4B33D27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EF5F98-BA00-BF09-40EF-7CA5D3F5B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E3505E-B62E-644D-0829-C2E3134B8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4B916-EAF6-4349-AF7D-3C63760D3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6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605FF-C628-E344-A156-769DAACE2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ED9152-3766-55A9-9E8F-B37B2B06B7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23A029-B5D9-A9D6-1864-DDCA8B683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484BD-25A1-4F37-BCB8-FCFAA4B33D27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665D75-35EC-59A2-F1B0-D03D96FB8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2C22A9-459C-6DF3-C20A-2BA33C51E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4B916-EAF6-4349-AF7D-3C63760D3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069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848D75-E198-A2CE-5C98-05D4D9DF48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8AEF21-9061-9C05-CDA1-6700CF97FA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16F6A9-A895-EBD7-50F0-0EA81F1B5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484BD-25A1-4F37-BCB8-FCFAA4B33D27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F1C42D-3547-2962-6511-8FCA6F94D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0C5F2F-D278-64CD-7046-28E37413D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4B916-EAF6-4349-AF7D-3C63760D3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193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D428B4-BD6F-8EAF-BFC3-626FD2C13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42BB1A-89F5-6A03-647C-0A9BBDF309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9AF44A-27FB-4145-B1DA-E530CA375B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F484BD-25A1-4F37-BCB8-FCFAA4B33D27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A0382E-3E47-872E-04F7-8812C0D900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DE97F9-0676-10B5-691D-7C48D4EEE3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34B916-EAF6-4349-AF7D-3C63760D3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595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5F951-9A4A-ED0E-C3C9-6D2DB8AE27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Hybrid IoT and Computer Vision Framework for Real-Time Industrial Hazard Detection and Worker Safety Compliance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9CAED4-21C4-A832-4850-D7A06C175B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4487" y="4019482"/>
            <a:ext cx="5737978" cy="1655762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Author: </a:t>
            </a:r>
            <a:r>
              <a:rPr lang="en-US" b="1" dirty="0"/>
              <a:t>Sushant Tomar</a:t>
            </a:r>
            <a:br>
              <a:rPr lang="en-US" dirty="0"/>
            </a:br>
            <a:r>
              <a:rPr lang="en-US" dirty="0"/>
              <a:t>Roll Number: 1/24/SET/MVLSI/001</a:t>
            </a:r>
            <a:br>
              <a:rPr lang="en-US" dirty="0"/>
            </a:br>
            <a:r>
              <a:rPr lang="en-US" dirty="0"/>
              <a:t>Department of ECE, MRIIRS</a:t>
            </a:r>
          </a:p>
          <a:p>
            <a:pPr algn="l"/>
            <a:r>
              <a:rPr lang="en-US" dirty="0"/>
              <a:t>Supervisor: </a:t>
            </a:r>
            <a:r>
              <a:rPr lang="en-US" b="1" dirty="0"/>
              <a:t>Prof. (Dr.) Umesh Dutta</a:t>
            </a:r>
          </a:p>
          <a:p>
            <a:endParaRPr lang="en-US" dirty="0"/>
          </a:p>
        </p:txBody>
      </p:sp>
      <p:pic>
        <p:nvPicPr>
          <p:cNvPr id="5" name="Picture 4" descr="A computer monitor and camera&#10;&#10;AI-generated content may be incorrect.">
            <a:extLst>
              <a:ext uri="{FF2B5EF4-FFF2-40B4-BE49-F238E27FC236}">
                <a16:creationId xmlns:a16="http://schemas.microsoft.com/office/drawing/2014/main" id="{DD231E3A-35FB-F0DA-6E0E-7857D9AAF5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55" t="20968" r="12557" b="19677"/>
          <a:stretch>
            <a:fillRect/>
          </a:stretch>
        </p:blipFill>
        <p:spPr>
          <a:xfrm>
            <a:off x="6990309" y="3794672"/>
            <a:ext cx="3454529" cy="1880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6283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EAB7E-FDD4-AAFA-69AF-8A50BAB0E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26B752-63C0-85F1-84E5-3183F335FB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Introduction</a:t>
            </a:r>
          </a:p>
          <a:p>
            <a:r>
              <a:rPr lang="en-US" dirty="0"/>
              <a:t>Problem Statement</a:t>
            </a:r>
          </a:p>
          <a:p>
            <a:r>
              <a:rPr lang="en-US" dirty="0"/>
              <a:t>Research Objectives</a:t>
            </a:r>
          </a:p>
          <a:p>
            <a:r>
              <a:rPr lang="en-US" dirty="0"/>
              <a:t>Significance of the Study</a:t>
            </a:r>
          </a:p>
          <a:p>
            <a:r>
              <a:rPr lang="en-US" dirty="0"/>
              <a:t>Scope of the Study</a:t>
            </a:r>
          </a:p>
          <a:p>
            <a:r>
              <a:rPr lang="en-US" dirty="0"/>
              <a:t>Limitations of the Study</a:t>
            </a:r>
          </a:p>
          <a:p>
            <a:r>
              <a:rPr lang="en-US" dirty="0"/>
              <a:t>Literature Review</a:t>
            </a:r>
          </a:p>
          <a:p>
            <a:r>
              <a:rPr lang="en-US" dirty="0"/>
              <a:t>Research Methodology</a:t>
            </a:r>
          </a:p>
          <a:p>
            <a:r>
              <a:rPr lang="en-US" dirty="0"/>
              <a:t>Expected Outcomes</a:t>
            </a:r>
          </a:p>
          <a:p>
            <a:r>
              <a:rPr lang="en-US" dirty="0"/>
              <a:t>Discussion</a:t>
            </a:r>
          </a:p>
          <a:p>
            <a:r>
              <a:rPr lang="en-US" dirty="0"/>
              <a:t>Conclusion &amp; Future Work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54842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1CC7AA-1B1C-9103-94EF-08E5EB852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DD89A-1C44-F943-89CF-5F8E209CD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CFCD9F-ED91-22B5-412A-C8B76E4D12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Industrial automation has increased efficiency, but hazards remain (machinery, toxic gases, heat).</a:t>
            </a:r>
          </a:p>
          <a:p>
            <a:pPr lvl="0"/>
            <a:r>
              <a:rPr lang="en-US" dirty="0"/>
              <a:t>Traditional monitoring: manual supervision, CCTV → limited, delayed, error-prone.</a:t>
            </a:r>
          </a:p>
          <a:p>
            <a:pPr lvl="0"/>
            <a:r>
              <a:rPr lang="en-US" dirty="0"/>
              <a:t>IoT sensors: detect invisible hazards (gas, vibration, temperature).</a:t>
            </a:r>
          </a:p>
          <a:p>
            <a:pPr lvl="0"/>
            <a:r>
              <a:rPr lang="en-US" dirty="0"/>
              <a:t>Computer Vision: detect PPE violations, unsafe postures, proximity breaches.</a:t>
            </a:r>
          </a:p>
          <a:p>
            <a:pPr lvl="0"/>
            <a:r>
              <a:rPr lang="en-US" dirty="0"/>
              <a:t>Proposed hybrid framework: </a:t>
            </a:r>
            <a:r>
              <a:rPr lang="en-US" b="1" dirty="0"/>
              <a:t>sensor + vision fusion at the edge</a:t>
            </a:r>
            <a:r>
              <a:rPr lang="en-US" dirty="0"/>
              <a:t> for real-time, privacy-preserving safety monitoring.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6392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AC205-1215-B3D8-2B24-1B35166F3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Problem Statement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2091EA-403A-C367-A239-B01AA37689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n-US" dirty="0"/>
              <a:t>Workplace accidents persist despite automation and safety protocols.</a:t>
            </a:r>
          </a:p>
          <a:p>
            <a:pPr lvl="0"/>
            <a:r>
              <a:rPr lang="en-US" dirty="0"/>
              <a:t>Existing systems are fragmented: </a:t>
            </a:r>
          </a:p>
          <a:p>
            <a:pPr lvl="1"/>
            <a:r>
              <a:rPr lang="en-US" dirty="0"/>
              <a:t>IoT-only → environmental hazards, threshold alerts.</a:t>
            </a:r>
          </a:p>
          <a:p>
            <a:pPr lvl="1"/>
            <a:r>
              <a:rPr lang="en-US" dirty="0"/>
              <a:t>Vision-only → PPE/behavior detection, but blind to invisible hazards.</a:t>
            </a:r>
          </a:p>
          <a:p>
            <a:pPr lvl="0"/>
            <a:r>
              <a:rPr lang="en-US" dirty="0"/>
              <a:t>Lack of integration → blind spots, false positives, missed detections.</a:t>
            </a:r>
          </a:p>
          <a:p>
            <a:pPr lvl="0"/>
            <a:r>
              <a:rPr lang="en-US" dirty="0"/>
              <a:t>Cloud-based systems → latency + privacy concerns.</a:t>
            </a:r>
          </a:p>
          <a:p>
            <a:r>
              <a:rPr lang="en-US" b="1" dirty="0"/>
              <a:t>Gap:</a:t>
            </a:r>
            <a:r>
              <a:rPr lang="en-US" dirty="0"/>
              <a:t> No unified, intelligent, low-latency framework fusing IoT + CV at the edge.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5BF8500-7AED-C54D-C565-D4D45F7C0287}"/>
              </a:ext>
            </a:extLst>
          </p:cNvPr>
          <p:cNvSpPr txBox="1">
            <a:spLocks/>
          </p:cNvSpPr>
          <p:nvPr/>
        </p:nvSpPr>
        <p:spPr>
          <a:xfrm>
            <a:off x="838200" y="37175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2130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6FB65-CB51-9687-BF30-BC5A49DAE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Research Objectives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704836-B1B7-FCD1-90CD-865F1B93CA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Design modular architecture (sensors + vision + edge + alerts).</a:t>
            </a:r>
          </a:p>
          <a:p>
            <a:pPr lvl="0"/>
            <a:r>
              <a:rPr lang="en-US" dirty="0"/>
              <a:t>Develop lightweight, edge-optimized CV models for PPE/behavior detection.</a:t>
            </a:r>
          </a:p>
          <a:p>
            <a:pPr lvl="0"/>
            <a:r>
              <a:rPr lang="en-US" dirty="0"/>
              <a:t>Implement sensor–vision fusion logic for improved reliability.</a:t>
            </a:r>
          </a:p>
          <a:p>
            <a:pPr lvl="0"/>
            <a:r>
              <a:rPr lang="en-US" dirty="0"/>
              <a:t>Deploy prototype with MQTT alerts + dashboard visualization.</a:t>
            </a:r>
          </a:p>
          <a:p>
            <a:pPr lvl="0"/>
            <a:r>
              <a:rPr lang="en-US" dirty="0"/>
              <a:t>Evaluate performance (precision, recall, latency, false alarm rate, resource use).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18059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C8714-CDED-0C2F-34FA-1D1045F3D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Significance of Study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E5F3D2-91A6-1A68-DAB3-B20A25CE61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b="1" dirty="0"/>
              <a:t>Industry:</a:t>
            </a:r>
            <a:r>
              <a:rPr lang="en-US" dirty="0"/>
              <a:t> Proactive hazard detection → fewer accidents, downtime, compliance with OSHA/ISO 45001.</a:t>
            </a:r>
          </a:p>
          <a:p>
            <a:pPr lvl="0"/>
            <a:r>
              <a:rPr lang="en-US" b="1" dirty="0"/>
              <a:t>Academia:</a:t>
            </a:r>
            <a:r>
              <a:rPr lang="en-US" dirty="0"/>
              <a:t> Novel IoT–CV integration, reproducible framework, datasets, metrics.</a:t>
            </a:r>
          </a:p>
          <a:p>
            <a:pPr lvl="0"/>
            <a:r>
              <a:rPr lang="en-US" b="1" dirty="0"/>
              <a:t>Policy:</a:t>
            </a:r>
            <a:r>
              <a:rPr lang="en-US" dirty="0"/>
              <a:t> Evidence-based insights for next-gen safety standards, smart industrial infrastructure.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4982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C034D-4EB6-AE7A-5B7D-6DE9BF0F6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Scope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FBCBC5-AB4A-F127-54C1-93CBC89668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Industrial settings: manufacturing, warehouses, construction.</a:t>
            </a:r>
          </a:p>
          <a:p>
            <a:pPr lvl="0"/>
            <a:r>
              <a:rPr lang="en-US" dirty="0"/>
              <a:t>IoT sensors: gas, temperature, vibration.</a:t>
            </a:r>
          </a:p>
          <a:p>
            <a:pPr lvl="0"/>
            <a:r>
              <a:rPr lang="en-US" dirty="0"/>
              <a:t>CV module: PPE detection, unsafe proximity, fall/slip incidents.</a:t>
            </a:r>
          </a:p>
          <a:p>
            <a:pPr lvl="0"/>
            <a:r>
              <a:rPr lang="en-US" dirty="0"/>
              <a:t>Edge deployment: Jetson Nano, Coral TPU.</a:t>
            </a:r>
          </a:p>
          <a:p>
            <a:pPr lvl="0"/>
            <a:r>
              <a:rPr lang="en-US" dirty="0"/>
              <a:t>Alerts: MQTT + dashboard.</a:t>
            </a:r>
          </a:p>
          <a:p>
            <a:pPr lvl="0"/>
            <a:r>
              <a:rPr lang="en-US" dirty="0"/>
              <a:t>Metrics: precision, recall, latency, false alarm rate, uptime.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29456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5E826-99F1-FBA8-2791-663D0892A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Limitations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50EB3F-3279-4AC3-C433-2CC618F4A2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Dataset dependency → generalization issues.</a:t>
            </a:r>
          </a:p>
          <a:p>
            <a:pPr lvl="0"/>
            <a:r>
              <a:rPr lang="en-US" dirty="0"/>
              <a:t>Environmental sensitivity (lighting, occlusion, dust).</a:t>
            </a:r>
          </a:p>
          <a:p>
            <a:pPr lvl="0"/>
            <a:r>
              <a:rPr lang="en-US" dirty="0"/>
              <a:t>Connectivity requirements (MQTT).</a:t>
            </a:r>
          </a:p>
          <a:p>
            <a:pPr lvl="0"/>
            <a:r>
              <a:rPr lang="en-US" dirty="0"/>
              <a:t>Sensor calibration/maintenance.</a:t>
            </a:r>
          </a:p>
          <a:p>
            <a:pPr lvl="0"/>
            <a:r>
              <a:rPr lang="en-US" dirty="0"/>
              <a:t>Edge resource constraints.</a:t>
            </a:r>
          </a:p>
          <a:p>
            <a:pPr lvl="0"/>
            <a:r>
              <a:rPr lang="en-US" dirty="0"/>
              <a:t>Privacy/ethical considerations.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50868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09F5A-80F3-0208-4BE3-05D3775A6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Literature Review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88AC6-1EC9-DC55-F923-5EA96DC5F3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lvl="0"/>
            <a:r>
              <a:rPr lang="en-US" dirty="0"/>
              <a:t>IoT for industrial safety: gas, temperature, vibration sensors; anomaly detection.</a:t>
            </a:r>
          </a:p>
          <a:p>
            <a:pPr lvl="0"/>
            <a:r>
              <a:rPr lang="en-US" dirty="0"/>
              <a:t>CV for PPE/behavior detection: CNNs, object detection, pose estimation.</a:t>
            </a:r>
          </a:p>
          <a:p>
            <a:pPr lvl="0"/>
            <a:r>
              <a:rPr lang="en-US" dirty="0"/>
              <a:t>Sensor–vision fusion: early, late, hybrid fusion; reduces false positives.</a:t>
            </a:r>
          </a:p>
          <a:p>
            <a:pPr lvl="0"/>
            <a:r>
              <a:rPr lang="en-US" dirty="0"/>
              <a:t>Edge deployment: quantization, pruning, distillation for lightweight models.</a:t>
            </a:r>
          </a:p>
          <a:p>
            <a:pPr lvl="0"/>
            <a:r>
              <a:rPr lang="en-US" dirty="0"/>
              <a:t>Evaluation metrics: precision, recall, latency, false alarm rate.</a:t>
            </a:r>
          </a:p>
          <a:p>
            <a:pPr lvl="0"/>
            <a:r>
              <a:rPr lang="en-US" dirty="0"/>
              <a:t>Ethical concerns: privacy, anonymization, compliance with regulations.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30333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10E6E-A60D-D25E-F23F-49BB7F9EE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Research Methodology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E7E00F-F4CD-41EE-8026-82B91904D3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System Architecture:</a:t>
            </a:r>
            <a:endParaRPr lang="en-US" dirty="0"/>
          </a:p>
          <a:p>
            <a:pPr lvl="1"/>
            <a:r>
              <a:rPr lang="en-US" dirty="0"/>
              <a:t>Sensing layer (IoT sensors).</a:t>
            </a:r>
          </a:p>
          <a:p>
            <a:pPr lvl="1"/>
            <a:r>
              <a:rPr lang="en-US" dirty="0"/>
              <a:t>Vision analysis layer (CV models).</a:t>
            </a:r>
          </a:p>
          <a:p>
            <a:pPr lvl="1"/>
            <a:r>
              <a:rPr lang="en-US" dirty="0"/>
              <a:t>Edge processing unit (Jetson/ESP32).</a:t>
            </a:r>
          </a:p>
          <a:p>
            <a:pPr lvl="1"/>
            <a:r>
              <a:rPr lang="en-US" dirty="0"/>
              <a:t>Fusion engine (sensor + vision).</a:t>
            </a:r>
          </a:p>
          <a:p>
            <a:pPr lvl="1"/>
            <a:r>
              <a:rPr lang="en-US" dirty="0"/>
              <a:t>Communication &amp; alerting (MQTT + dashboard).</a:t>
            </a:r>
          </a:p>
          <a:p>
            <a:pPr marL="457200" lvl="1" indent="-457200"/>
            <a:endParaRPr lang="en-US" sz="2800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73611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CEDC4-D08A-24CA-64B5-B95C1680B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Continued -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19315F-4019-DCF2-BD1E-F2D6AB453B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4190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Video → AI inference → PPE/hazard classification → sensors → threshold analysis → Fusion → hazard identified? → Alert + log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D19C97-F0DE-648F-41B8-3EDBDD3462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9221" y="3093935"/>
            <a:ext cx="5524500" cy="34575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860022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DD868-4BD0-06B4-F9D9-98EA0BD0B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Project Outcomes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26DDD0-6BDF-75D5-4587-FCF9745977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Real-time safety monitoring with video and sensor fusion</a:t>
            </a:r>
          </a:p>
          <a:p>
            <a:pPr lvl="0"/>
            <a:r>
              <a:rPr lang="en-US" dirty="0"/>
              <a:t>Helmet/no-helmet detection with fallback logic</a:t>
            </a:r>
          </a:p>
          <a:p>
            <a:pPr lvl="0"/>
            <a:r>
              <a:rPr lang="en-US" dirty="0"/>
              <a:t>IoT dashboard for live status and event history</a:t>
            </a:r>
          </a:p>
          <a:p>
            <a:pPr lvl="0"/>
            <a:r>
              <a:rPr lang="en-US" dirty="0" err="1"/>
              <a:t>Roboflow</a:t>
            </a:r>
            <a:r>
              <a:rPr lang="en-US" dirty="0"/>
              <a:t> support for hosted/custom PPE models</a:t>
            </a:r>
          </a:p>
          <a:p>
            <a:pPr lvl="0"/>
            <a:r>
              <a:rPr lang="en-US" dirty="0"/>
              <a:t>SQLite event logging for audit and alerts</a:t>
            </a:r>
          </a:p>
          <a:p>
            <a:pPr lvl="0"/>
            <a:r>
              <a:rPr lang="en-US" dirty="0"/>
              <a:t>Dynamic vehicle-zone visualization for moving objects</a:t>
            </a:r>
          </a:p>
          <a:p>
            <a:pPr lvl="0"/>
            <a:r>
              <a:rPr lang="en-US" dirty="0"/>
              <a:t>Configurable camera/video input and display mode</a:t>
            </a:r>
          </a:p>
          <a:p>
            <a:pPr lvl="0"/>
            <a:r>
              <a:rPr lang="en-US" dirty="0"/>
              <a:t>Alert propagation via MQTT/email integration</a:t>
            </a:r>
          </a:p>
        </p:txBody>
      </p:sp>
    </p:spTree>
    <p:extLst>
      <p:ext uri="{BB962C8B-B14F-4D97-AF65-F5344CB8AC3E}">
        <p14:creationId xmlns:p14="http://schemas.microsoft.com/office/powerpoint/2010/main" val="6961329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63F11-0D4E-57F8-1E59-4D2D218B5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Discussion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78D3E4-C1D8-4B39-A23B-11A9A0569B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Fusion improves reliability (sensor corroborates vision, vision mitigates sensor drift).</a:t>
            </a:r>
          </a:p>
          <a:p>
            <a:pPr lvl="0"/>
            <a:r>
              <a:rPr lang="en-US" dirty="0"/>
              <a:t>Trade-offs: accuracy vs latency, privacy vs observability.</a:t>
            </a:r>
          </a:p>
          <a:p>
            <a:pPr lvl="0"/>
            <a:r>
              <a:rPr lang="en-US" dirty="0"/>
              <a:t>Deployment challenges: calibration, network outages, worker acceptance.</a:t>
            </a:r>
          </a:p>
          <a:p>
            <a:pPr lvl="0"/>
            <a:r>
              <a:rPr lang="en-US" dirty="0"/>
              <a:t>Ethical/regulatory: anonymization, non-punitive monitoring, compliance with safety/data laws.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10078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8A6F6-E393-B1CF-C45A-01B7AD15A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 &amp; Future Work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4BA13-18F2-C011-67BA-63B3B92D34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Contributions: hybrid IoT–CV framework, edge optimization, empirical evaluation.</a:t>
            </a:r>
          </a:p>
          <a:p>
            <a:pPr lvl="0"/>
            <a:r>
              <a:rPr lang="en-US" dirty="0"/>
              <a:t>Future work: </a:t>
            </a:r>
          </a:p>
          <a:p>
            <a:pPr lvl="1"/>
            <a:r>
              <a:rPr lang="en-US" dirty="0"/>
              <a:t>Larger datasets, diverse industrial scenarios.</a:t>
            </a:r>
          </a:p>
          <a:p>
            <a:pPr lvl="1"/>
            <a:r>
              <a:rPr lang="en-US" dirty="0"/>
              <a:t>Integration with predictive analytics.</a:t>
            </a:r>
          </a:p>
          <a:p>
            <a:pPr lvl="1"/>
            <a:r>
              <a:rPr lang="en-US" dirty="0"/>
              <a:t>Deployment on FPGA/ASIC for scalability.</a:t>
            </a:r>
          </a:p>
          <a:p>
            <a:pPr lvl="1"/>
            <a:r>
              <a:rPr lang="en-US" dirty="0"/>
              <a:t>Policy alignment with evolving safety standards.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96025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275</TotalTime>
  <Words>745</Words>
  <Application>Microsoft Office PowerPoint</Application>
  <PresentationFormat>Widescreen</PresentationFormat>
  <Paragraphs>90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Hybrid IoT and Computer Vision Framework for Real-Time Industrial Hazard Detection and Worker Safety Compliance</vt:lpstr>
      <vt:lpstr>Agenda</vt:lpstr>
      <vt:lpstr>Introduction</vt:lpstr>
      <vt:lpstr>Problem Statement</vt:lpstr>
      <vt:lpstr>Research Objectives</vt:lpstr>
      <vt:lpstr>Significance of Study</vt:lpstr>
      <vt:lpstr>Scope</vt:lpstr>
      <vt:lpstr>Limitations</vt:lpstr>
      <vt:lpstr>Literature Review</vt:lpstr>
      <vt:lpstr>Research Methodology</vt:lpstr>
      <vt:lpstr>Architecture Continued - Flow</vt:lpstr>
      <vt:lpstr>Project Outcomes</vt:lpstr>
      <vt:lpstr>Discussion</vt:lpstr>
      <vt:lpstr>Conclusion &amp; Future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Prashant Tomar</dc:creator>
  <cp:lastModifiedBy>Prashant Tomar</cp:lastModifiedBy>
  <cp:revision>5</cp:revision>
  <dcterms:created xsi:type="dcterms:W3CDTF">2025-11-28T20:19:50Z</dcterms:created>
  <dcterms:modified xsi:type="dcterms:W3CDTF">2026-06-03T02:09:23Z</dcterms:modified>
</cp:coreProperties>
</file>